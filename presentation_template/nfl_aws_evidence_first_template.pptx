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24"/>
          </a:solidFill>
          <a:ln w="12700">
            <a:solidFill>
              <a:srgbClr val="0F18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" y="859536"/>
            <a:ext cx="109728" cy="467258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" y="822960"/>
            <a:ext cx="2121408" cy="3566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88696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8992" y="150876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—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who should care?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88136" y="3858768"/>
            <a:ext cx="9464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7E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evidence-backed finding created after the challenge begins]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0704" y="5660136"/>
            <a:ext cx="10012680" cy="14630"/>
          </a:xfrm>
          <a:prstGeom prst="rect">
            <a:avLst/>
          </a:prstGeom>
          <a:solidFill>
            <a:srgbClr val="485360"/>
          </a:solidFill>
          <a:ln w="12700">
            <a:solidFill>
              <a:srgbClr val="48536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58521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B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NFL x AWS  /  data storytelling reference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51976" y="58521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CUSTOMER OBSESSION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decision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backwards from someone who will actually use the insight.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58368" y="2395728"/>
            <a:ext cx="3410712" cy="305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395728"/>
            <a:ext cx="59436" cy="3054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3182112"/>
            <a:ext cx="2953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[Pick ONE user]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/ scout / editor / commentator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98264" y="2395728"/>
            <a:ext cx="3410712" cy="305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395728"/>
            <a:ext cx="59436" cy="3054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HARD?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182112"/>
            <a:ext cx="2953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unresolved decision]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[Why established metrics fall short]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395728"/>
            <a:ext cx="3410712" cy="305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395728"/>
            <a:ext cx="59436" cy="3054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7616" y="3182112"/>
            <a:ext cx="2953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[Concrete next action]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[How the user benefits]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INVENT AND SIMPLIFY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claim. One metric. One comparison.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this cannot fit in one sentence, simplify the 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0881360" cy="1106424"/>
          </a:xfrm>
          <a:prstGeom prst="rect">
            <a:avLst/>
          </a:prstGeom>
          <a:solidFill>
            <a:srgbClr val="172333"/>
          </a:solidFill>
          <a:ln w="12700">
            <a:solidFill>
              <a:srgbClr val="172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542032"/>
            <a:ext cx="10149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[Specific claim about an OBSERVABLE football behavior]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7512" y="3822192"/>
            <a:ext cx="3401568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3822192"/>
            <a:ext cx="59436" cy="15910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5993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968" y="4608576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[Definition + unit]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7408" y="3822192"/>
            <a:ext cx="3401568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3822192"/>
            <a:ext cx="59436" cy="15910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5993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26864" y="4608576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[Fair comparison]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47304" y="3822192"/>
            <a:ext cx="3401568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7304" y="3822192"/>
            <a:ext cx="59436" cy="15910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05993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4608576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[How many eligible plays?]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DIVE DEEP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evidence visible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visualization must demonstrate the numerical claim.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67512" y="2295144"/>
            <a:ext cx="7187184" cy="3502152"/>
          </a:xfrm>
          <a:prstGeom prst="rect">
            <a:avLst/>
          </a:prstGeom>
          <a:solidFill>
            <a:srgbClr val="172333"/>
          </a:solidFill>
          <a:ln w="12700">
            <a:solidFill>
              <a:srgbClr val="172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96896"/>
            <a:ext cx="6601968" cy="2862072"/>
          </a:xfrm>
          <a:prstGeom prst="rect">
            <a:avLst/>
          </a:prstGeom>
          <a:solidFill>
            <a:srgbClr val="172333">
              <a:alpha val="0"/>
            </a:srgbClr>
          </a:solidFill>
          <a:ln w="16510">
            <a:solidFill>
              <a:srgbClr val="809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2456" y="343814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[INSERT VERIFIED 2D FIELD REPLAY]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4168" y="4005072"/>
            <a:ext cx="5925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9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from the released data during the event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295144"/>
            <a:ext cx="3401568" cy="350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295144"/>
            <a:ext cx="59436" cy="3502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53288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CHECK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57616" y="3081528"/>
            <a:ext cx="2944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Correct play / player IDs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Frames synchronized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Units and direction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Denominator visible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DELIVER 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mechanism in four steps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algorithm without saying “we used AI”.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67512" y="2377440"/>
            <a:ext cx="263347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670048"/>
            <a:ext cx="493776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724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31912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381304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[Released data fields]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3191256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547872" y="2377440"/>
            <a:ext cx="263347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2670048"/>
            <a:ext cx="493776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31336" y="2724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76472" y="31912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76472" y="381304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[Actual calculation]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3191256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28232" y="2377440"/>
            <a:ext cx="263347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38544" y="2670048"/>
            <a:ext cx="493776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724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56832" y="31912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56832" y="381304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[Evidence vs baseline]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89136" y="3191256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9308592" y="2377440"/>
            <a:ext cx="263347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18904" y="2670048"/>
            <a:ext cx="493776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92056" y="2724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37192" y="31912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537192" y="381304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+ replay]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193792"/>
            <a:ext cx="10890504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5340096"/>
            <a:ext cx="10314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LLM  ≠  THE METRIC: explain only verified and auditable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EARN TRUST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what works — and what does not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strengthen the claim when they are specific.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67512" y="2322576"/>
            <a:ext cx="5166360" cy="309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322576"/>
            <a:ext cx="59436" cy="3099816"/>
          </a:xfrm>
          <a:prstGeom prst="rect">
            <a:avLst/>
          </a:prstGeom>
          <a:solidFill>
            <a:srgbClr val="227E61"/>
          </a:solidFill>
          <a:ln w="12700">
            <a:solidFill>
              <a:srgbClr val="227E6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603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VERIFIED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3108960"/>
            <a:ext cx="470916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[Checks run]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[Calculation sanity tests]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auditable example]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64224" y="2322576"/>
            <a:ext cx="5166360" cy="309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2322576"/>
            <a:ext cx="59436" cy="3099816"/>
          </a:xfrm>
          <a:prstGeom prst="rect">
            <a:avLst/>
          </a:prstGeom>
          <a:solidFill>
            <a:srgbClr val="DF714A"/>
          </a:solidFill>
          <a:ln w="12700">
            <a:solidFill>
              <a:srgbClr val="DF71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5603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CANNOT CLAIM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470916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[Unknown context]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[Small sample bias]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[Correlation is not causation]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2976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THINK BIG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418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result into customer value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4650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audiences need decisions, not buzzwords.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83096"/>
            <a:ext cx="10927080" cy="16459"/>
          </a:xfrm>
          <a:prstGeom prst="rect">
            <a:avLst/>
          </a:prstGeom>
          <a:solidFill>
            <a:srgbClr val="DCE2E8"/>
          </a:solidFill>
          <a:ln w="12700">
            <a:solidFill>
              <a:srgbClr val="DCE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2881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ONLY  •  NOT AN OFFICIAL AMAZON TEMPLATE  •  NO NFL FINDINGS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67512" y="2322576"/>
            <a:ext cx="34107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322576"/>
            <a:ext cx="59436" cy="3090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/ SCOUT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3108960"/>
            <a:ext cx="29535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[Film review]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player or play to investigate?]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98264" y="2322576"/>
            <a:ext cx="34107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322576"/>
            <a:ext cx="59436" cy="3090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29535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[Defensible story]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[Sample and comparison]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9016" y="2322576"/>
            <a:ext cx="34107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9016" y="2322576"/>
            <a:ext cx="59436" cy="3090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48472" y="3108960"/>
            <a:ext cx="29535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replay callout]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viewers understand]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 w="12700">
            <a:solidFill>
              <a:srgbClr val="172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760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IS THE PROOF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43584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it. Explain it.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decision obvious.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3099816"/>
            <a:ext cx="594360" cy="5760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209544"/>
            <a:ext cx="466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64208" y="3099816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46120" y="3099816"/>
            <a:ext cx="7452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verified case]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594360" cy="5760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087368"/>
            <a:ext cx="466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64208" y="397764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3977640"/>
            <a:ext cx="7452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[Value, baseline, sample]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855464"/>
            <a:ext cx="594360" cy="5760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965192"/>
            <a:ext cx="466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64208" y="4855464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4855464"/>
            <a:ext cx="7452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[User action and limitation]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6080760"/>
            <a:ext cx="10652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Data-free rehearsal only. Create competition work in the permitted event window.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Independent 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Evidence-first sports analytics — reference deck</dc:title>
  <dc:subject>Data-free practice reference. Not a pre-built competition submission.</dc:subject>
  <dc:creator>NFL x AWS student preparation</dc:creator>
  <cp:lastModifiedBy>NFL x AWS student preparation</cp:lastModifiedBy>
  <cp:revision>1</cp:revision>
  <dcterms:created xsi:type="dcterms:W3CDTF">2026-10-18T09:13:37Z</dcterms:created>
  <dcterms:modified xsi:type="dcterms:W3CDTF">2026-10-18T09:13:37Z</dcterms:modified>
</cp:coreProperties>
</file>